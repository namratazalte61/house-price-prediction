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Price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Objective: Predict house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California Housing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Histograms &amp;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Model: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Evaluation: MAE, RMSE, R2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Model works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